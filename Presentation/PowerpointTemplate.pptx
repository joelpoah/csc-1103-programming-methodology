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798" r:id="rId2"/>
    <p:sldId id="258" r:id="rId3"/>
    <p:sldId id="794" r:id="rId4"/>
    <p:sldId id="289" r:id="rId5"/>
    <p:sldId id="811" r:id="rId6"/>
    <p:sldId id="800" r:id="rId7"/>
    <p:sldId id="804" r:id="rId8"/>
    <p:sldId id="812" r:id="rId9"/>
    <p:sldId id="294" r:id="rId10"/>
    <p:sldId id="802" r:id="rId11"/>
    <p:sldId id="813" r:id="rId12"/>
    <p:sldId id="298" r:id="rId13"/>
    <p:sldId id="806" r:id="rId14"/>
    <p:sldId id="789" r:id="rId15"/>
    <p:sldId id="814" r:id="rId16"/>
    <p:sldId id="296" r:id="rId17"/>
    <p:sldId id="805" r:id="rId18"/>
    <p:sldId id="815" r:id="rId19"/>
    <p:sldId id="820" r:id="rId20"/>
    <p:sldId id="819" r:id="rId21"/>
    <p:sldId id="818" r:id="rId22"/>
    <p:sldId id="807" r:id="rId23"/>
    <p:sldId id="808" r:id="rId24"/>
    <p:sldId id="809" r:id="rId25"/>
    <p:sldId id="816" r:id="rId26"/>
    <p:sldId id="810" r:id="rId27"/>
    <p:sldId id="7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98"/>
    <a:srgbClr val="A60367"/>
    <a:srgbClr val="E98BAF"/>
    <a:srgbClr val="4DBBC6"/>
    <a:srgbClr val="F2D25C"/>
    <a:srgbClr val="4C2683"/>
    <a:srgbClr val="405D18"/>
    <a:srgbClr val="7D2239"/>
    <a:srgbClr val="A5A1CE"/>
    <a:srgbClr val="81C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5"/>
  </p:normalViewPr>
  <p:slideViewPr>
    <p:cSldViewPr snapToGrid="0" showGuides="1">
      <p:cViewPr varScale="1">
        <p:scale>
          <a:sx n="132" d="100"/>
          <a:sy n="132" d="100"/>
        </p:scale>
        <p:origin x="3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CFF66-7EB0-9844-92BF-09704711A1FD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7395D-33DE-5D42-A2E8-3486FD99F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5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1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34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79C2F-3C05-0EE8-988C-774C1B68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CB2E8-FA59-8C1E-96C1-51688DEBD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0EB9A-E994-EA17-9225-761EE8C6A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75DDA-45DC-02D7-20B8-944B98D7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6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48218-1874-BB5C-4554-0E640B120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5E045-BC5D-81AE-DA3F-BB58E8D06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54EB6-9500-3194-6B76-D49EA0DA3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574CE-E1B4-3D46-25D7-82DD7A18D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7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FF6DC-F89E-8B46-A71A-84129E96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28233-F4D9-6F99-E432-1F3495E62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F89AA-8AC8-13C2-10A0-32C30EA36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615AA-C65F-3AB0-7A7E-61A5EAF24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12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ADEAC-1DDA-7104-9D87-CCD4704E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33604-EB6B-BFB2-2E29-D485D4C12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F1157-5B80-5599-4BFE-FF12C5919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754F6-49A1-2E42-C809-E68D9F11B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30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37395D-33DE-5D42-A2E8-3486FD99F3B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12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ing/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9978F3-40AA-B047-B077-E6C1CE00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1830048"/>
            <a:ext cx="6803880" cy="789709"/>
          </a:xfrm>
        </p:spPr>
        <p:txBody>
          <a:bodyPr/>
          <a:lstStyle>
            <a:lvl1pPr algn="l">
              <a:defRPr sz="3200" b="1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57762F7-94EF-0744-BA0E-BF26083BC2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15938" y="2619757"/>
            <a:ext cx="5854701" cy="622300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0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0/50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750081"/>
            <a:ext cx="5484029" cy="579193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465798"/>
            <a:ext cx="5484029" cy="38905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1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0/50 uni blue white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1" y="1623317"/>
            <a:ext cx="5583406" cy="444970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178121"/>
            <a:ext cx="5583407" cy="41782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50/50 uni blue white text"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1808252"/>
            <a:ext cx="5484029" cy="523982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332234"/>
            <a:ext cx="5484029" cy="4024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62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50/50 dark blue white text">
    <p:bg>
      <p:bgPr>
        <a:solidFill>
          <a:srgbClr val="0053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1808252"/>
            <a:ext cx="5484030" cy="408005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352782"/>
            <a:ext cx="5484029" cy="40035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03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50/50 uni blue white text">
    <p:bg>
      <p:bgPr>
        <a:solidFill>
          <a:srgbClr val="E98B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561" y="1647173"/>
            <a:ext cx="5583406" cy="421114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2155371"/>
            <a:ext cx="5583407" cy="4200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7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50/50 uni blue white text">
    <p:bg>
      <p:bgPr>
        <a:solidFill>
          <a:srgbClr val="A603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1808252"/>
            <a:ext cx="5484029" cy="397731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342508"/>
            <a:ext cx="5484029" cy="40138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5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/3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1160" y="459445"/>
            <a:ext cx="4841242" cy="877622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1" y="1808251"/>
            <a:ext cx="7355840" cy="45480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6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/3 uni blue and image,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1160" y="501649"/>
            <a:ext cx="4964954" cy="736307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1808252"/>
            <a:ext cx="7479553" cy="4548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6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1/3 light blue and image, dark text"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1160" y="501649"/>
            <a:ext cx="4964954" cy="736307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82305"/>
            <a:ext cx="7380175" cy="4574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7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1/3 light pink and image, dark text">
    <p:bg>
      <p:bgPr>
        <a:solidFill>
          <a:srgbClr val="E98B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1160" y="501649"/>
            <a:ext cx="4964954" cy="736307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82305"/>
            <a:ext cx="7380175" cy="4574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18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1/3 dark pink and image, white text">
    <p:bg>
      <p:bgPr>
        <a:solidFill>
          <a:srgbClr val="A603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1160" y="501649"/>
            <a:ext cx="4964954" cy="736307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82305"/>
            <a:ext cx="7380175" cy="4574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47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1/3 dark blue and image, white text">
    <p:bg>
      <p:bgPr>
        <a:solidFill>
          <a:srgbClr val="0053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1160" y="501649"/>
            <a:ext cx="4964954" cy="736307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77200" y="0"/>
            <a:ext cx="4114800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97979"/>
            <a:ext cx="7380175" cy="45583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12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3/4 white b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08252"/>
            <a:ext cx="3598863" cy="57874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4872" y="0"/>
            <a:ext cx="7887128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37716"/>
            <a:ext cx="3598863" cy="381863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51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3/4 Uni blue an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08252"/>
            <a:ext cx="3598863" cy="57874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4872" y="0"/>
            <a:ext cx="7887128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37717"/>
            <a:ext cx="3598863" cy="38186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02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3/4 lightblue and image"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08252"/>
            <a:ext cx="3598863" cy="57874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rgbClr val="002060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4872" y="0"/>
            <a:ext cx="7887128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27443"/>
            <a:ext cx="3598863" cy="382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rgbClr val="002060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86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3/4 light pink and image">
    <p:bg>
      <p:bgPr>
        <a:solidFill>
          <a:srgbClr val="E98B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08252"/>
            <a:ext cx="3598863" cy="57874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rgbClr val="002060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4872" y="0"/>
            <a:ext cx="7887128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27443"/>
            <a:ext cx="3598863" cy="382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rgbClr val="002060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00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3/4 dark pink and image">
    <p:bg>
      <p:bgPr>
        <a:solidFill>
          <a:srgbClr val="A603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08252"/>
            <a:ext cx="3598863" cy="57874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4872" y="0"/>
            <a:ext cx="7887128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17170"/>
            <a:ext cx="3598863" cy="38391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00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3/4 dark blue and image">
    <p:bg>
      <p:bgPr>
        <a:solidFill>
          <a:srgbClr val="0053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08252"/>
            <a:ext cx="3598863" cy="57874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04872" y="0"/>
            <a:ext cx="7887128" cy="685799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37717"/>
            <a:ext cx="3598863" cy="38186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uni blue bg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0793" y="501650"/>
            <a:ext cx="8043006" cy="93102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808252"/>
            <a:ext cx="10837861" cy="4548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9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vider uni blue bg whit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97803"/>
            <a:ext cx="10837861" cy="45585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0" b="1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</a:t>
            </a:r>
          </a:p>
          <a:p>
            <a:pPr lvl="0"/>
            <a:r>
              <a:rPr lang="en-GB" dirty="0"/>
              <a:t>edit Master</a:t>
            </a:r>
          </a:p>
          <a:p>
            <a:pPr lvl="0"/>
            <a:r>
              <a:rPr lang="en-GB" dirty="0"/>
              <a:t>Text tile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97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 light blue bg white text"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0793" y="501650"/>
            <a:ext cx="8043006" cy="93102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1797803"/>
            <a:ext cx="10937239" cy="45585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36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only light pink bg white text">
    <p:bg>
      <p:bgPr>
        <a:solidFill>
          <a:srgbClr val="E98B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0793" y="501650"/>
            <a:ext cx="8043006" cy="93102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97803"/>
            <a:ext cx="10837861" cy="45585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9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only dark pink bg white text">
    <p:bg>
      <p:bgPr>
        <a:solidFill>
          <a:srgbClr val="A603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0793" y="501650"/>
            <a:ext cx="8043006" cy="93102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97803"/>
            <a:ext cx="10837861" cy="45585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0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only dark blue bg white text">
    <p:bg>
      <p:bgPr>
        <a:solidFill>
          <a:srgbClr val="0053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0793" y="501650"/>
            <a:ext cx="8043006" cy="931028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97803"/>
            <a:ext cx="10837861" cy="45585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16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6A737C0-B872-156B-57AC-713C158F77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7999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2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9084" y="501650"/>
            <a:ext cx="8334715" cy="806645"/>
          </a:xfrm>
          <a:prstGeom prst="rect">
            <a:avLst/>
          </a:prstGeom>
        </p:spPr>
        <p:txBody>
          <a:bodyPr anchor="t" anchorCtr="0"/>
          <a:lstStyle>
            <a:lvl1pPr>
              <a:defRPr sz="3200" b="1" i="0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1786597"/>
            <a:ext cx="10837861" cy="45697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rgbClr val="002060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3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+ 2 images,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08252"/>
            <a:ext cx="5484029" cy="635863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0"/>
            <a:ext cx="5999965" cy="33335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27443"/>
            <a:ext cx="5484029" cy="38289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24490"/>
            <a:ext cx="5999965" cy="3333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33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 + 2 images, white + uni blue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B9D8B3-A168-0447-13B5-72CD0F28C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10521"/>
            <a:ext cx="5999965" cy="333350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478387"/>
            <a:ext cx="5484029" cy="38779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24490"/>
            <a:ext cx="5999965" cy="333351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9352B7-EB01-2F0F-C565-49B6F12F0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684961"/>
            <a:ext cx="5484029" cy="656901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29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Text + 2 images, white + light blue bg"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B9D8B3-A168-0447-13B5-72CD0F28C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4DBB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18318"/>
            <a:ext cx="5999965" cy="3333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661920"/>
            <a:ext cx="5484029" cy="36944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24490"/>
            <a:ext cx="5999965" cy="333351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D49292-6CEF-32E9-B6E1-FACD71765A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25625"/>
            <a:ext cx="5484029" cy="618490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08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Text + 2 images, white + light pink bg">
    <p:bg>
      <p:bgPr>
        <a:solidFill>
          <a:srgbClr val="E98B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B9D8B3-A168-0447-13B5-72CD0F28C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98B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10521"/>
            <a:ext cx="5999965" cy="3333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27443"/>
            <a:ext cx="5484029" cy="38289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24490"/>
            <a:ext cx="5999965" cy="333351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3BF8AE-1A19-0EE7-2D57-F9F61ABB63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25625"/>
            <a:ext cx="5484029" cy="618490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260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Text + 2 images, white + dark pink bg">
    <p:bg>
      <p:bgPr>
        <a:solidFill>
          <a:srgbClr val="A603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B9D8B3-A168-0447-13B5-72CD0F28C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A60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4" y="10521"/>
            <a:ext cx="5999965" cy="333350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27443"/>
            <a:ext cx="5484029" cy="38289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5" y="3513969"/>
            <a:ext cx="5999965" cy="333351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7BADDA-43F5-9CFD-FD3B-C16F2B50A3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25625"/>
            <a:ext cx="5484029" cy="618490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Text + 2 images, white + dark blue bg">
    <p:bg>
      <p:bgPr>
        <a:solidFill>
          <a:srgbClr val="0053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B9D8B3-A168-0447-13B5-72CD0F28C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5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55A043-7FE9-49DD-6627-65408691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92035" y="1"/>
            <a:ext cx="5999965" cy="333350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DA9C2-E758-B32D-862F-3C5781E8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5938" y="2527443"/>
            <a:ext cx="5484029" cy="38289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5241-613C-E4CA-1D10-3BAAD5CB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6C186-ADAD-3B7B-D861-8C341799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53B5-11D3-EA23-8B10-6E7A43B8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34D2249-BA53-6DE2-E46F-2399CF386EA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92034" y="3534136"/>
            <a:ext cx="5999965" cy="333351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E8526A-4DFE-626C-154F-4FFC6938A5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9F4BD8-EB88-3A42-8B54-5F33FFD17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825625"/>
            <a:ext cx="5484029" cy="618490"/>
          </a:xfrm>
          <a:prstGeom prst="rect">
            <a:avLst/>
          </a:prstGeom>
        </p:spPr>
        <p:txBody>
          <a:bodyPr anchor="t" anchorCtr="0"/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ea typeface="Noto Sans Black" panose="020B050204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284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,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560" y="1808251"/>
            <a:ext cx="5679440" cy="1531297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</p:spTree>
    <p:extLst>
      <p:ext uri="{BB962C8B-B14F-4D97-AF65-F5344CB8AC3E}">
        <p14:creationId xmlns:p14="http://schemas.microsoft.com/office/powerpoint/2010/main" val="3015496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, blue +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E5AB5-7A17-50DA-4242-6D14E324CA0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0542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  <a:solidFill>
            <a:schemeClr val="bg1"/>
          </a:solidFill>
          <a:ln>
            <a:noFill/>
          </a:ln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  <a:solidFill>
            <a:schemeClr val="bg1"/>
          </a:solidFill>
          <a:ln>
            <a:noFill/>
          </a:ln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83BA5-3CEA-997F-A9C3-B6A78246DD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560" y="1825625"/>
            <a:ext cx="5679440" cy="151392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</p:spTree>
    <p:extLst>
      <p:ext uri="{BB962C8B-B14F-4D97-AF65-F5344CB8AC3E}">
        <p14:creationId xmlns:p14="http://schemas.microsoft.com/office/powerpoint/2010/main" val="3379388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3 images, light blue bg"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E5AB5-7A17-50DA-4242-6D14E324CA0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0542" cy="6857999"/>
          </a:xfrm>
          <a:prstGeom prst="rect">
            <a:avLst/>
          </a:prstGeom>
          <a:solidFill>
            <a:srgbClr val="4DBB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501A32-0A0D-AC4C-2402-9A0223B6A3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8" y="1825625"/>
            <a:ext cx="5580062" cy="1513924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</p:spTree>
    <p:extLst>
      <p:ext uri="{BB962C8B-B14F-4D97-AF65-F5344CB8AC3E}">
        <p14:creationId xmlns:p14="http://schemas.microsoft.com/office/powerpoint/2010/main" val="309857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+ 3 images, light pink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E5AB5-7A17-50DA-4242-6D14E324CA0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8B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0518C-477A-E231-AD77-BCC6F3D0C0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8" y="1825625"/>
            <a:ext cx="5580062" cy="1513924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</p:spTree>
    <p:extLst>
      <p:ext uri="{BB962C8B-B14F-4D97-AF65-F5344CB8AC3E}">
        <p14:creationId xmlns:p14="http://schemas.microsoft.com/office/powerpoint/2010/main" val="2862556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+ 3 images, dark p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E5AB5-7A17-50DA-4242-6D14E324CA0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0542" cy="6858000"/>
          </a:xfrm>
          <a:prstGeom prst="rect">
            <a:avLst/>
          </a:prstGeom>
          <a:solidFill>
            <a:srgbClr val="A60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5B19CC-471D-917D-89F3-A7FE9E0E18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8" y="1825625"/>
            <a:ext cx="5580062" cy="151392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</p:spTree>
    <p:extLst>
      <p:ext uri="{BB962C8B-B14F-4D97-AF65-F5344CB8AC3E}">
        <p14:creationId xmlns:p14="http://schemas.microsoft.com/office/powerpoint/2010/main" val="231597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+ 3 images,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E5AB5-7A17-50DA-4242-6D14E324CA0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4781A64-A328-FD7F-ECFB-7F7ADBF166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429000"/>
            <a:ext cx="6096000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39CC39D9-29B4-BBFC-86A1-F69597A146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2200" y="3429000"/>
            <a:ext cx="6018342" cy="3429000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AA911FE-751A-F313-B99A-2A865EB30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72200" y="1"/>
            <a:ext cx="6018342" cy="3339547"/>
          </a:xfr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D232C9-3461-97CC-7AF3-2C0B300F91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38FAE-02E5-7DBF-B684-14132D016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938" y="1825625"/>
            <a:ext cx="5580062" cy="151392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Click to add captions</a:t>
            </a:r>
          </a:p>
        </p:txBody>
      </p:sp>
    </p:spTree>
    <p:extLst>
      <p:ext uri="{BB962C8B-B14F-4D97-AF65-F5344CB8AC3E}">
        <p14:creationId xmlns:p14="http://schemas.microsoft.com/office/powerpoint/2010/main" val="2807384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BDB88-416D-2EA9-D090-7EC02B7DD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DFB0F-4570-4E46-88F7-D5DC70EA90D0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006A-4400-3137-F66D-BC98965EF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125AD-3024-1F85-F919-E0F79325F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CECB0-5B99-6C46-A59C-D11C8A5B2011}" type="slidenum">
              <a:rPr lang="en-US" smtClean="0"/>
              <a:t>‹#›</a:t>
            </a:fld>
            <a:endParaRPr lang="en-US"/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C0719288-B710-76E1-C708-E70CAF484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825625"/>
            <a:ext cx="10837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C75847-FCE0-8DF7-5542-89C66AE23C8E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61" r:id="rId2"/>
    <p:sldLayoutId id="2147483690" r:id="rId3"/>
    <p:sldLayoutId id="2147483702" r:id="rId4"/>
    <p:sldLayoutId id="2147483700" r:id="rId5"/>
    <p:sldLayoutId id="2147483701" r:id="rId6"/>
    <p:sldLayoutId id="2147483703" r:id="rId7"/>
    <p:sldLayoutId id="2147483692" r:id="rId8"/>
    <p:sldLayoutId id="2147483696" r:id="rId9"/>
    <p:sldLayoutId id="2147483704" r:id="rId10"/>
    <p:sldLayoutId id="2147483705" r:id="rId11"/>
    <p:sldLayoutId id="2147483706" r:id="rId12"/>
    <p:sldLayoutId id="2147483707" r:id="rId13"/>
    <p:sldLayoutId id="2147483726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694" r:id="rId20"/>
    <p:sldLayoutId id="2147483720" r:id="rId21"/>
    <p:sldLayoutId id="2147483708" r:id="rId22"/>
    <p:sldLayoutId id="2147483709" r:id="rId23"/>
    <p:sldLayoutId id="2147483710" r:id="rId24"/>
    <p:sldLayoutId id="2147483711" r:id="rId25"/>
    <p:sldLayoutId id="2147483676" r:id="rId26"/>
    <p:sldLayoutId id="2147483672" r:id="rId27"/>
    <p:sldLayoutId id="2147483686" r:id="rId28"/>
    <p:sldLayoutId id="2147483699" r:id="rId29"/>
    <p:sldLayoutId id="2147483712" r:id="rId30"/>
    <p:sldLayoutId id="2147483713" r:id="rId31"/>
    <p:sldLayoutId id="2147483714" r:id="rId32"/>
    <p:sldLayoutId id="2147483715" r:id="rId33"/>
    <p:sldLayoutId id="2147483685" r:id="rId34"/>
    <p:sldLayoutId id="2147483698" r:id="rId35"/>
    <p:sldLayoutId id="2147483716" r:id="rId36"/>
    <p:sldLayoutId id="2147483717" r:id="rId37"/>
    <p:sldLayoutId id="2147483718" r:id="rId38"/>
    <p:sldLayoutId id="214748371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3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B46B-0243-369E-1AC6-49C9EFA9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8D5CD965-49CE-87E7-21F6-9C191FA9716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2DDB6A4-43ED-3FA9-84E4-207F2CBAC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blue and gold logo&#10;&#10;AI-generated content may be incorrect.">
            <a:extLst>
              <a:ext uri="{FF2B5EF4-FFF2-40B4-BE49-F238E27FC236}">
                <a16:creationId xmlns:a16="http://schemas.microsoft.com/office/drawing/2014/main" id="{3B56089B-A513-D923-9A78-14C6B8765FA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7995" y="-229390"/>
            <a:ext cx="2624005" cy="1854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A4F3C-6872-2FE2-3CED-D05668481E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A49F6C-595C-1D82-64CF-19F10AAD6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90" y="5918812"/>
            <a:ext cx="49784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5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B6861-6CDC-6036-F147-243870A9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the University</a:t>
            </a:r>
          </a:p>
        </p:txBody>
      </p:sp>
      <p:pic>
        <p:nvPicPr>
          <p:cNvPr id="7" name="Picture Placeholder 6" descr="The Gilbert Scott Building">
            <a:extLst>
              <a:ext uri="{FF2B5EF4-FFF2-40B4-BE49-F238E27FC236}">
                <a16:creationId xmlns:a16="http://schemas.microsoft.com/office/drawing/2014/main" id="{85F238D9-8703-D427-3827-23AFE6CF2BF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AE62F-9D00-ABB2-89ED-8E8A76A76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/>
              <a:t>Established in 1451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/>
              <a:t>Ranked in the top 100 of the world’s universities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>
                <a:effectLst/>
              </a:rPr>
              <a:t>Ranked in the top 30 universities in the world for sustainability</a:t>
            </a:r>
            <a:endParaRPr lang="en-US" ker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/>
              <a:t>Member of the Russell Group of </a:t>
            </a:r>
            <a:br>
              <a:rPr lang="en-US" kern="0"/>
            </a:br>
            <a:r>
              <a:rPr lang="en-US" kern="0"/>
              <a:t>research-intensive UK universities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/>
              <a:t>Eight Nobel Laureates connected to the University</a:t>
            </a:r>
          </a:p>
        </p:txBody>
      </p:sp>
    </p:spTree>
    <p:extLst>
      <p:ext uri="{BB962C8B-B14F-4D97-AF65-F5344CB8AC3E}">
        <p14:creationId xmlns:p14="http://schemas.microsoft.com/office/powerpoint/2010/main" val="109836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B23F-E790-EACF-C377-EC834DCB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2C46-F329-B7A9-3FA9-2682BCDE6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4DCED-3B29-C28E-8167-FE8E082E3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9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7BC9B7-2308-B067-4DA6-D2CAB39F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AA7CCBB-20D7-4224-7889-C3656DC942F6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9BDFD1-CDCE-38E2-FB5C-EB5264FDA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8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B55D53C-DBA4-5A30-AA88-CB98BAA3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E6B2E7-C4EF-100F-AC51-93C81505F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4B1D0-DCC9-E7E0-2340-28ABE9882883}"/>
              </a:ext>
            </a:extLst>
          </p:cNvPr>
          <p:cNvSpPr txBox="1"/>
          <p:nvPr/>
        </p:nvSpPr>
        <p:spPr>
          <a:xfrm>
            <a:off x="9921240" y="231187"/>
            <a:ext cx="20025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>
                <a:highlight>
                  <a:srgbClr val="FFFF00"/>
                </a:highlight>
              </a:rPr>
              <a:t>Change pic to one from Offer holder day presentation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4D595DD-9A28-5BD6-A17D-24114799179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92035" y="0"/>
            <a:ext cx="5999965" cy="685799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515583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EFE9-9797-3332-56D3-70625194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D896B-4B9B-91FD-754D-ED4C562CC19B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E8C5A-7CE5-87D3-2B70-BA8956201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7EF3-8BC9-8651-7608-31179E9E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46F24-2334-1E10-28B1-D55F4EAD964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4119-A93A-A27A-B401-5AB5412CC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7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753D-2E45-C66B-6564-CEFD7E1B0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2995D-4C3C-72A3-D9E5-27B8FFAFD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kern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2E22D13-5F34-E5BB-FE56-48304B0652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7366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9F4BD5-C51A-AF19-BF92-2786E82C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0DDB1-56C6-24B9-F373-3DB7F82F5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37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CB83-8CB2-522A-B413-4B603B91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A7A5F-AD69-0AF8-A4FA-8E21D635E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54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1BDC-B7B9-60BD-7A7C-5C310D92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0314A-E08D-2379-8D66-BC54F521E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62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0762F47-74E8-0A53-8FAC-81EB19EE1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12BD6-5E03-9852-320F-FC014C7F93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15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FD7C10E-2BB1-68CC-B5B4-F5DEFF55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A52ACDE-1C12-80EA-D0D1-5E17A535AA22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2A02BC-1533-1A7B-A9D2-3BF3A7550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F7F4500-EE30-ED8C-DCFE-29B3FCE86D73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0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09780B-FB55-0B2D-1AB6-2CADAAEB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E40B250-ABEE-C5D5-2A8F-1152EEC1A720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A60E5D-297F-DF32-31EE-78E7FCEE8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2CA1836-90CB-2148-A844-6107B83DC424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9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59E429-A771-DE32-DB8F-0CE06765F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60218BA-8064-FFC4-757C-DF3A37C2715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92035" y="0"/>
            <a:ext cx="5999965" cy="333350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2289A-1799-9D95-E011-FCC55FB89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8BD5A05E-8D9F-842A-6F54-0D65227D6954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92035" y="3524490"/>
            <a:ext cx="5999965" cy="333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9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5B44A2-5C96-918E-1E29-5CB6A07194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4549" y="1680883"/>
            <a:ext cx="5851451" cy="165866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7C4919E-579A-C72B-8CA2-91859A45A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689079-C84F-25A0-50F5-0DFE29E9D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2E901FF-894F-ADEC-FAC4-C51EB87BC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5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00D96B8-712D-2CB6-225D-E5062D9B02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B72818-0260-4A98-3410-EADA63F2F2C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F860C0-FA1A-8962-6FF9-1BD3EF02E72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BD669-20E9-CBAE-9000-C08A72924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78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BCEA0CDD-D967-77D6-F554-89FE801DB2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429000"/>
            <a:ext cx="6096000" cy="3429000"/>
          </a:xfrm>
          <a:prstGeom prst="rect">
            <a:avLst/>
          </a:prstGeom>
        </p:spPr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C8775451-F631-1B00-393B-6DF5DFFE516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0D89F4-3B44-445C-B526-495124B8CA6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56B07C9-5457-433A-E288-CDD4B4AF569B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72200" y="1"/>
            <a:ext cx="6018342" cy="333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29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3590-6FCE-95B9-B00F-6838C9355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410F4-30CB-BB32-8B4B-4D6BDE29648D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DC95A-E218-5049-B4AC-2503476AB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85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CFB6-2F90-4037-5E12-8CF4C77D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B0454F-C824-32C7-45DE-327AB212FAF2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C6A10-4F39-0BCF-B54F-0AE133D60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75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112FDE80-0553-0121-017C-596589BC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DD045815-8A8D-E289-C9C1-C0A87D6037A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04872" y="0"/>
            <a:ext cx="7887128" cy="6857999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2DE97EE-33FD-61EB-2714-5AC695189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F55F-B2E1-8FC4-20B6-FA597A813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324B2DA-4405-2D25-B9CE-59473B389F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23" b="192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856FB7-0D4D-2448-7E02-20D328D6FE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73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72190-E673-0AC9-389F-D01508BA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345EB46-DD6C-273C-9968-59EAA919DFF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23" b="192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09CBC1-4F14-C320-E45B-AB21DAD80E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53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5C8AB-EB46-E007-8615-49A35E47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2436901-F08C-8BBA-A52E-8B8C6162A83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ECA6A9-8B69-112F-C3DD-5E11C492B8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13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6C2B0-2F61-AB46-9ACE-877F9A6A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B465D19-E6BB-019B-8599-93AA9F96208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47F2BF-8E6E-9977-B59B-72042FFA36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07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8C7D58-5B28-464A-8838-6E71B24ED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7B6EB8-E73C-9750-8511-8C7E3CF56B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5"/>
            <a:ext cx="2984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88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AF9AE4-FB1F-95A3-BB95-BDF7AF5F6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3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A1197-EE54-0554-C8C1-3D2DF9B50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63" y="601108"/>
            <a:ext cx="10054727" cy="565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0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ity of Glasgow colours">
      <a:dk1>
        <a:srgbClr val="011451"/>
      </a:dk1>
      <a:lt1>
        <a:srgbClr val="FFFFFF"/>
      </a:lt1>
      <a:dk2>
        <a:srgbClr val="000000"/>
      </a:dk2>
      <a:lt2>
        <a:srgbClr val="E8E8E8"/>
      </a:lt2>
      <a:accent1>
        <a:srgbClr val="011451"/>
      </a:accent1>
      <a:accent2>
        <a:srgbClr val="F2D25C"/>
      </a:accent2>
      <a:accent3>
        <a:srgbClr val="4DBBC6"/>
      </a:accent3>
      <a:accent4>
        <a:srgbClr val="E98BAF"/>
      </a:accent4>
      <a:accent5>
        <a:srgbClr val="A5A1CE"/>
      </a:accent5>
      <a:accent6>
        <a:srgbClr val="81C071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59</Words>
  <Application>Microsoft Macintosh PowerPoint</Application>
  <PresentationFormat>Widescreen</PresentationFormat>
  <Paragraphs>14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Aptos</vt:lpstr>
      <vt:lpstr>Arial</vt:lpstr>
      <vt:lpstr>Office Theme</vt:lpstr>
      <vt:lpstr>PowerPoint Presentation</vt:lpstr>
      <vt:lpstr>About the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Hedvanio Bezerra</dc:creator>
  <cp:lastModifiedBy>Chee Kiat Seow</cp:lastModifiedBy>
  <cp:revision>8</cp:revision>
  <dcterms:created xsi:type="dcterms:W3CDTF">2024-08-08T12:20:54Z</dcterms:created>
  <dcterms:modified xsi:type="dcterms:W3CDTF">2026-09-29T11:26:46Z</dcterms:modified>
</cp:coreProperties>
</file>